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5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6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6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2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6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4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3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48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86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86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11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00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0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1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Conditional Statements and Loops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Presented by : Manal Asghar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Introduction to 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rPr dirty="0"/>
              <a:t>Conditional statements are used for decision making in Python.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They allow programs to execute different code blocks based on conditions.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Python mainly uses if, </a:t>
            </a:r>
            <a:r>
              <a:rPr dirty="0" err="1"/>
              <a:t>elif</a:t>
            </a:r>
            <a:r>
              <a:rPr dirty="0"/>
              <a:t>, and else statements.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Indentation is important because it defines code blocks.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if statement checks a condition.</a:t>
            </a:r>
          </a:p>
          <a:p>
            <a:pPr>
              <a:spcAft>
                <a:spcPts val="1000"/>
              </a:spcAft>
              <a:defRPr sz="1800"/>
            </a:pPr>
            <a:r>
              <a:t>If the condition is True, the block executes.</a:t>
            </a:r>
          </a:p>
          <a:p>
            <a:pPr>
              <a:spcAft>
                <a:spcPts val="1000"/>
              </a:spcAft>
              <a:defRPr sz="1800"/>
            </a:pPr>
            <a:r>
              <a:t>Used when only one condition needs to be checked.</a:t>
            </a:r>
          </a:p>
          <a:p>
            <a:pPr>
              <a:spcAft>
                <a:spcPts val="1000"/>
              </a:spcAft>
              <a:defRPr sz="1800"/>
            </a:pPr>
            <a:r>
              <a:t>Example: if marks &gt;= 80: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elif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elif means 'else if'.</a:t>
            </a:r>
          </a:p>
          <a:p>
            <a:pPr>
              <a:spcAft>
                <a:spcPts val="1000"/>
              </a:spcAft>
              <a:defRPr sz="1800"/>
            </a:pPr>
            <a:r>
              <a:t>It checks another condition if previous conditions are False.</a:t>
            </a:r>
          </a:p>
          <a:p>
            <a:pPr>
              <a:spcAft>
                <a:spcPts val="1000"/>
              </a:spcAft>
              <a:defRPr sz="1800"/>
            </a:pPr>
            <a:r>
              <a:t>Multiple elif statements can be used in one program.</a:t>
            </a:r>
          </a:p>
          <a:p>
            <a:pPr>
              <a:spcAft>
                <a:spcPts val="1000"/>
              </a:spcAft>
              <a:defRPr sz="1800"/>
            </a:pPr>
            <a:r>
              <a:t>Example: elif marks &gt;= 70: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else block runs when all conditions become False.</a:t>
            </a:r>
          </a:p>
          <a:p>
            <a:pPr>
              <a:spcAft>
                <a:spcPts val="1000"/>
              </a:spcAft>
              <a:defRPr sz="1800"/>
            </a:pPr>
            <a:r>
              <a:t>It acts as the default block.</a:t>
            </a:r>
          </a:p>
          <a:p>
            <a:pPr>
              <a:spcAft>
                <a:spcPts val="1000"/>
              </a:spcAft>
              <a:defRPr sz="1800"/>
            </a:pPr>
            <a:r>
              <a:t>No condition is written with else.</a:t>
            </a:r>
          </a:p>
          <a:p>
            <a:pPr>
              <a:spcAft>
                <a:spcPts val="1000"/>
              </a:spcAft>
              <a:defRPr sz="1800"/>
            </a:pPr>
            <a:r>
              <a:t>Example: else: print('Fail')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Introduction to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Loops are used to repeat code multiple times.</a:t>
            </a:r>
          </a:p>
          <a:p>
            <a:pPr>
              <a:spcAft>
                <a:spcPts val="1000"/>
              </a:spcAft>
              <a:defRPr sz="1800"/>
            </a:pPr>
            <a:r>
              <a:t>Loops reduce repetition and save time.</a:t>
            </a:r>
          </a:p>
          <a:p>
            <a:pPr>
              <a:spcAft>
                <a:spcPts val="1000"/>
              </a:spcAft>
              <a:defRPr sz="1800"/>
            </a:pPr>
            <a:r>
              <a:t>Python mainly provides for loop and while loop.</a:t>
            </a:r>
          </a:p>
          <a:p>
            <a:pPr>
              <a:spcAft>
                <a:spcPts val="1000"/>
              </a:spcAft>
              <a:defRPr sz="1800"/>
            </a:pPr>
            <a:r>
              <a:t>Loops are useful in automation and iteration.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for loop iterates over a sequence.</a:t>
            </a:r>
          </a:p>
          <a:p>
            <a:pPr>
              <a:spcAft>
                <a:spcPts val="1000"/>
              </a:spcAft>
              <a:defRPr sz="1800"/>
            </a:pPr>
            <a:r>
              <a:t>It works with lists, strings, tuples, and ranges.</a:t>
            </a:r>
          </a:p>
          <a:p>
            <a:pPr>
              <a:spcAft>
                <a:spcPts val="1000"/>
              </a:spcAft>
              <a:defRPr sz="1800"/>
            </a:pPr>
            <a:r>
              <a:t>Best used when the number of iterations is known.</a:t>
            </a:r>
          </a:p>
          <a:p>
            <a:pPr>
              <a:spcAft>
                <a:spcPts val="1000"/>
              </a:spcAft>
              <a:defRPr sz="1800"/>
            </a:pPr>
            <a:r>
              <a:t>Example: for num in numbers: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range()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range() generates a sequence of numbers.</a:t>
            </a:r>
          </a:p>
          <a:p>
            <a:pPr>
              <a:spcAft>
                <a:spcPts val="1000"/>
              </a:spcAft>
              <a:defRPr sz="1800"/>
            </a:pPr>
            <a:r>
              <a:t>It is commonly used with for loops.</a:t>
            </a:r>
          </a:p>
          <a:p>
            <a:pPr>
              <a:spcAft>
                <a:spcPts val="1000"/>
              </a:spcAft>
              <a:defRPr sz="1800"/>
            </a:pPr>
            <a:r>
              <a:t>range(1, 6) generates numbers from 1 to 5.</a:t>
            </a:r>
          </a:p>
          <a:p>
            <a:pPr>
              <a:spcAft>
                <a:spcPts val="1000"/>
              </a:spcAft>
              <a:defRPr sz="1800"/>
            </a:pPr>
            <a:r>
              <a:t>Example: for i in range(1, 6):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while loop runs until a condition becomes False.</a:t>
            </a:r>
          </a:p>
          <a:p>
            <a:pPr>
              <a:spcAft>
                <a:spcPts val="1000"/>
              </a:spcAft>
              <a:defRPr sz="1800"/>
            </a:pPr>
            <a:r>
              <a:t>Useful when the number of repetitions is unknown.</a:t>
            </a:r>
          </a:p>
          <a:p>
            <a:pPr>
              <a:spcAft>
                <a:spcPts val="1000"/>
              </a:spcAft>
              <a:defRPr sz="1800"/>
            </a:pPr>
            <a:r>
              <a:t>Condition is checked before every iteration.</a:t>
            </a:r>
          </a:p>
          <a:p>
            <a:pPr>
              <a:spcAft>
                <a:spcPts val="1000"/>
              </a:spcAft>
              <a:defRPr sz="1800"/>
            </a:pPr>
            <a:r>
              <a:t>Example: while count &lt;= 5: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break, continue, and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break stops the loop immediately.</a:t>
            </a:r>
          </a:p>
          <a:p>
            <a:pPr>
              <a:spcAft>
                <a:spcPts val="1000"/>
              </a:spcAft>
              <a:defRPr sz="1800"/>
            </a:pPr>
            <a:r>
              <a:t>continue skips the current iteration.</a:t>
            </a:r>
          </a:p>
          <a:p>
            <a:pPr>
              <a:spcAft>
                <a:spcPts val="1000"/>
              </a:spcAft>
              <a:defRPr sz="1800"/>
            </a:pPr>
            <a:r>
              <a:t>pass is used as a placeholder statement.</a:t>
            </a:r>
          </a:p>
          <a:p>
            <a:pPr>
              <a:spcAft>
                <a:spcPts val="1000"/>
              </a:spcAft>
              <a:defRPr sz="1800"/>
            </a:pPr>
            <a:r>
              <a:t>These statements control loop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List 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List comprehension creates lists in a shorter syntax.</a:t>
            </a:r>
          </a:p>
          <a:p>
            <a:pPr>
              <a:spcAft>
                <a:spcPts val="1000"/>
              </a:spcAft>
              <a:defRPr sz="1800"/>
            </a:pPr>
            <a:r>
              <a:t>It makes code cleaner and easier to read.</a:t>
            </a:r>
          </a:p>
          <a:p>
            <a:pPr>
              <a:spcAft>
                <a:spcPts val="1000"/>
              </a:spcAft>
              <a:defRPr sz="1800"/>
            </a:pPr>
            <a:r>
              <a:t>Can also include conditions.</a:t>
            </a:r>
          </a:p>
          <a:p>
            <a:pPr>
              <a:spcAft>
                <a:spcPts val="1000"/>
              </a:spcAft>
              <a:defRPr sz="1800"/>
            </a:pPr>
            <a:r>
              <a:t>Example: [i*i for i in range(1,6)]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Advantages of Loops and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Improves program efficiency.</a:t>
            </a:r>
          </a:p>
          <a:p>
            <a:pPr>
              <a:spcAft>
                <a:spcPts val="1000"/>
              </a:spcAft>
              <a:defRPr sz="1800"/>
            </a:pPr>
            <a:r>
              <a:t>Reduces code repetition.</a:t>
            </a:r>
          </a:p>
          <a:p>
            <a:pPr>
              <a:spcAft>
                <a:spcPts val="1000"/>
              </a:spcAft>
              <a:defRPr sz="1800"/>
            </a:pPr>
            <a:r>
              <a:t>Makes programs dynamic and interactive.</a:t>
            </a:r>
          </a:p>
          <a:p>
            <a:pPr>
              <a:spcAft>
                <a:spcPts val="1000"/>
              </a:spcAft>
              <a:defRPr sz="1800"/>
            </a:pPr>
            <a:r>
              <a:t>Helps in solving real-world problems.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Conditional statements help in decision making.</a:t>
            </a:r>
          </a:p>
          <a:p>
            <a:pPr>
              <a:spcAft>
                <a:spcPts val="1000"/>
              </a:spcAft>
              <a:defRPr sz="1800"/>
            </a:pPr>
            <a:r>
              <a:t>Loops are used for repetition.</a:t>
            </a:r>
          </a:p>
          <a:p>
            <a:pPr>
              <a:spcAft>
                <a:spcPts val="1000"/>
              </a:spcAft>
              <a:defRPr sz="1800"/>
            </a:pPr>
            <a:r>
              <a:t>break, continue, and pass control loops.</a:t>
            </a:r>
          </a:p>
          <a:p>
            <a:pPr>
              <a:spcAft>
                <a:spcPts val="1000"/>
              </a:spcAft>
              <a:defRPr sz="1800"/>
            </a:pPr>
            <a:r>
              <a:t>List comprehension provides concise syntax.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Difference Between for Loop and while Loop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90760"/>
              </p:ext>
            </p:extLst>
          </p:nvPr>
        </p:nvGraphicFramePr>
        <p:xfrm>
          <a:off x="685800" y="2515179"/>
          <a:ext cx="7772400" cy="2743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for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while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Condition-based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Works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Sequences and 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Needs manual increment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Infinite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Known repetitions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Unknown repetitions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477</Words>
  <Application>Microsoft Office PowerPoint</Application>
  <PresentationFormat>On-screen Show (4:3)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 Boardroom</vt:lpstr>
      <vt:lpstr>Conditional Statements and Loops in Python</vt:lpstr>
      <vt:lpstr>Introduction to Conditional Statements</vt:lpstr>
      <vt:lpstr>if Statement</vt:lpstr>
      <vt:lpstr>elif Statement</vt:lpstr>
      <vt:lpstr>else Statement</vt:lpstr>
      <vt:lpstr>Introduction to Loops</vt:lpstr>
      <vt:lpstr>for Loop</vt:lpstr>
      <vt:lpstr>range() Function</vt:lpstr>
      <vt:lpstr>while Loop</vt:lpstr>
      <vt:lpstr>break, continue, and pass</vt:lpstr>
      <vt:lpstr>List Comprehension</vt:lpstr>
      <vt:lpstr>Advantages of Loops and Conditions</vt:lpstr>
      <vt:lpstr>Conclusion</vt:lpstr>
      <vt:lpstr>Difference Between for Loop and while Loop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Manal Asghar</dc:creator>
  <cp:keywords/>
  <dc:description>generated using python-pptx</dc:description>
  <cp:lastModifiedBy>Manal Atif</cp:lastModifiedBy>
  <cp:revision>3</cp:revision>
  <dcterms:created xsi:type="dcterms:W3CDTF">2013-01-27T09:14:16Z</dcterms:created>
  <dcterms:modified xsi:type="dcterms:W3CDTF">2026-05-20T11:37:53Z</dcterms:modified>
  <cp:category/>
</cp:coreProperties>
</file>