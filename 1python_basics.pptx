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65" r:id="rId2"/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5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3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6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7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7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2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3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8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0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46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58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7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2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49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11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8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9FBA-9EF8-D086-D077-51CCC2EBE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7004344" cy="2554758"/>
          </a:xfrm>
        </p:spPr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52240-42C3-A1BA-0DF2-F4B2B3F25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303203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is a high-level programming language</a:t>
            </a:r>
          </a:p>
          <a:p>
            <a:r>
              <a:rPr dirty="0"/>
              <a:t>Easy to learn and beginner-friendly</a:t>
            </a:r>
          </a:p>
          <a:p>
            <a:r>
              <a:rPr dirty="0"/>
              <a:t>Used in Web Development, AI, ML, Data Science, Automation</a:t>
            </a:r>
          </a:p>
          <a:p>
            <a:r>
              <a:rPr dirty="0"/>
              <a:t>Example: print("Hello, World!")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E110-A31E-81FE-8C32-B4E3C248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4" y="925605"/>
            <a:ext cx="7203990" cy="949494"/>
          </a:xfrm>
        </p:spPr>
        <p:txBody>
          <a:bodyPr/>
          <a:lstStyle/>
          <a:p>
            <a:r>
              <a:rPr lang="en-US" dirty="0"/>
              <a:t>Low level and high level language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3FBD81-D2E5-7A04-AB3E-D6D83848D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172047"/>
              </p:ext>
            </p:extLst>
          </p:nvPr>
        </p:nvGraphicFramePr>
        <p:xfrm>
          <a:off x="866775" y="2882900"/>
          <a:ext cx="6343650" cy="2743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161990396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3967157951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332464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Low-level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2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Language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Human-friendly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Machine-friendly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01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30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 than low-level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76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Assembly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1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Hardware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889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07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print()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print() is used to display output on the screen</a:t>
            </a:r>
          </a:p>
          <a:p>
            <a:r>
              <a:t>Syntax: print('Text')</a:t>
            </a:r>
          </a:p>
          <a:p>
            <a:r>
              <a:t>Used for displaying messages and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data in memory</a:t>
            </a:r>
          </a:p>
          <a:p>
            <a:r>
              <a:t>Syntax: variable_name = value</a:t>
            </a:r>
          </a:p>
          <a:p>
            <a:r>
              <a:t>Examples: num1 = 30, name = 'Alice'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 → Whole numbers</a:t>
            </a:r>
          </a:p>
          <a:p>
            <a:r>
              <a:rPr dirty="0"/>
              <a:t>float → Decimal numbers</a:t>
            </a:r>
          </a:p>
          <a:p>
            <a:r>
              <a:rPr dirty="0"/>
              <a:t>str → Text data</a:t>
            </a:r>
          </a:p>
          <a:p>
            <a:r>
              <a:rPr dirty="0"/>
              <a:t>bool → True or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insert variables inside text</a:t>
            </a:r>
          </a:p>
          <a:p>
            <a:r>
              <a:t>Syntax: f"Text {variable}"</a:t>
            </a:r>
          </a:p>
          <a:p>
            <a:r>
              <a:t>Cleaner and easier formatting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the data type of a variable</a:t>
            </a:r>
          </a:p>
          <a:p>
            <a:r>
              <a:t>Example: type(name)</a:t>
            </a:r>
          </a:p>
          <a:p>
            <a:r>
              <a:t>Output: &lt;class 'str'&gt;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→ Addition</a:t>
            </a:r>
          </a:p>
          <a:p>
            <a:r>
              <a:t>- → Subtraction</a:t>
            </a:r>
          </a:p>
          <a:p>
            <a:r>
              <a:t>* → Multiplication</a:t>
            </a:r>
          </a:p>
          <a:p>
            <a:r>
              <a:t>/ → Division</a:t>
            </a:r>
          </a:p>
          <a:p>
            <a:r>
              <a:t>// → Floor Division</a:t>
            </a:r>
          </a:p>
          <a:p>
            <a:r>
              <a:t>% → Modulo</a:t>
            </a:r>
          </a:p>
          <a:p>
            <a:r>
              <a:t>** → Exponentiation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does not support true constants officially</a:t>
            </a:r>
          </a:p>
          <a:p>
            <a:r>
              <a:t>Capital letters are used by convention</a:t>
            </a:r>
          </a:p>
          <a:p>
            <a:r>
              <a:t>Example: PI = 3.14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variables for your name, age, and city</a:t>
            </a:r>
          </a:p>
          <a:p>
            <a:r>
              <a:t>Perform arithmetic operations using two numbers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244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 Boardroom</vt:lpstr>
      <vt:lpstr>Introduction to python</vt:lpstr>
      <vt:lpstr>Introduction to Python</vt:lpstr>
      <vt:lpstr>Low level and high level language</vt:lpstr>
      <vt:lpstr>print() Statement</vt:lpstr>
      <vt:lpstr>Variables in Python</vt:lpstr>
      <vt:lpstr>Data Types</vt:lpstr>
      <vt:lpstr>f-Strings</vt:lpstr>
      <vt:lpstr>type() Function</vt:lpstr>
      <vt:lpstr>Arithmetic Operations</vt:lpstr>
      <vt:lpstr>Constants in Python</vt:lpstr>
      <vt:lpstr>Practice Tasks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Manal Asghar</dc:creator>
  <cp:keywords/>
  <dc:description>generated using python-pptx</dc:description>
  <cp:lastModifiedBy>Manal Atif</cp:lastModifiedBy>
  <cp:revision>4</cp:revision>
  <dcterms:created xsi:type="dcterms:W3CDTF">2013-01-27T09:14:16Z</dcterms:created>
  <dcterms:modified xsi:type="dcterms:W3CDTF">2026-05-18T11:57:23Z</dcterms:modified>
  <cp:category/>
</cp:coreProperties>
</file>