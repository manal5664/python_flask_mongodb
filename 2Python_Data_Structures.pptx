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8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3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03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7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5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63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1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392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96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2413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47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8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9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64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Data Structures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Lists, Tuples, Sets, and Dictionaries</a:t>
            </a:r>
          </a:p>
          <a:p>
            <a:r>
              <a:rPr lang="en-US" dirty="0"/>
              <a:t>Presented by: Manal Asghar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Introduction to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491" y="1666754"/>
            <a:ext cx="7797662" cy="3707831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• Data structures are used to store and organize data.</a:t>
            </a:r>
          </a:p>
          <a:p>
            <a:pPr marL="0" indent="0">
              <a:buNone/>
              <a:defRPr sz="1800"/>
            </a:pPr>
            <a:r>
              <a:rPr dirty="0"/>
              <a:t>• Python provides built-in data structures.</a:t>
            </a:r>
          </a:p>
          <a:p>
            <a:pPr marL="0" indent="0">
              <a:buNone/>
              <a:defRPr sz="1800"/>
            </a:pPr>
            <a:r>
              <a:rPr dirty="0"/>
              <a:t>• They help in efficient data management.</a:t>
            </a:r>
          </a:p>
          <a:p>
            <a:pPr marL="0" indent="0">
              <a:buNone/>
              <a:defRPr sz="1800"/>
            </a:pPr>
            <a:r>
              <a:rPr dirty="0"/>
              <a:t>• Common data structures in Python:</a:t>
            </a:r>
          </a:p>
          <a:p>
            <a:pPr marL="0" indent="0">
              <a:buNone/>
              <a:defRPr sz="1800"/>
            </a:pPr>
            <a:r>
              <a:rPr dirty="0"/>
              <a:t>   - List</a:t>
            </a:r>
          </a:p>
          <a:p>
            <a:pPr marL="0" indent="0">
              <a:buNone/>
              <a:defRPr sz="1800"/>
            </a:pPr>
            <a:r>
              <a:rPr dirty="0"/>
              <a:t>   - Tuple</a:t>
            </a:r>
          </a:p>
          <a:p>
            <a:pPr marL="0" indent="0">
              <a:buNone/>
              <a:defRPr sz="1800"/>
            </a:pPr>
            <a:r>
              <a:rPr dirty="0"/>
              <a:t>   - Set</a:t>
            </a:r>
          </a:p>
          <a:p>
            <a:pPr marL="0" indent="0">
              <a:buNone/>
              <a:defRPr sz="1800"/>
            </a:pPr>
            <a:r>
              <a:rPr dirty="0"/>
              <a:t>   - Dictionary</a:t>
            </a:r>
          </a:p>
          <a:p>
            <a:pPr marL="0" indent="0">
              <a:buNone/>
              <a:defRPr sz="1800"/>
            </a:pPr>
            <a:r>
              <a:rPr dirty="0"/>
              <a:t>• Each structure has different features and 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List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37766"/>
            <a:ext cx="7797662" cy="353681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A list is an ordered collection.</a:t>
            </a:r>
          </a:p>
          <a:p>
            <a:pPr marL="0" indent="0">
              <a:buNone/>
              <a:defRPr sz="1800"/>
            </a:pPr>
            <a:r>
              <a:rPr dirty="0"/>
              <a:t>• Lists are mutable (changeable).</a:t>
            </a:r>
          </a:p>
          <a:p>
            <a:pPr marL="0" indent="0">
              <a:buNone/>
              <a:defRPr sz="1800"/>
            </a:pPr>
            <a:r>
              <a:rPr dirty="0"/>
              <a:t>• Allows duplicate values.</a:t>
            </a:r>
          </a:p>
          <a:p>
            <a:pPr marL="0" indent="0">
              <a:buNone/>
              <a:defRPr sz="1800"/>
            </a:pPr>
            <a:r>
              <a:rPr dirty="0"/>
              <a:t>• Items are stored using square brackets [ ].</a:t>
            </a:r>
          </a:p>
          <a:p>
            <a:pPr marL="0" indent="0">
              <a:buNone/>
              <a:defRPr sz="1800"/>
            </a:pPr>
            <a:r>
              <a:rPr dirty="0"/>
              <a:t>• Lists can store different data types.</a:t>
            </a:r>
          </a:p>
          <a:p>
            <a:pPr marL="0" indent="0">
              <a:buNone/>
              <a:defRPr sz="1800"/>
            </a:pPr>
            <a:r>
              <a:rPr dirty="0"/>
              <a:t>• Example:</a:t>
            </a:r>
          </a:p>
          <a:p>
            <a:pPr marL="0" indent="0">
              <a:buNone/>
              <a:defRPr sz="1800"/>
            </a:pPr>
            <a:r>
              <a:rPr dirty="0"/>
              <a:t>   fruits = ['apple', 'banana', 'mango']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937095" cy="40878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• Insert → append()</a:t>
            </a: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• Insert → insert()</a:t>
            </a:r>
            <a:endParaRPr dirty="0"/>
          </a:p>
          <a:p>
            <a:pPr marL="0" indent="0">
              <a:buNone/>
              <a:defRPr sz="1800"/>
            </a:pPr>
            <a:r>
              <a:rPr dirty="0"/>
              <a:t>• Access → indexing</a:t>
            </a:r>
          </a:p>
          <a:p>
            <a:pPr marL="0" indent="0">
              <a:buNone/>
              <a:defRPr sz="1800"/>
            </a:pPr>
            <a:r>
              <a:rPr dirty="0"/>
              <a:t>• Update → change value using index</a:t>
            </a:r>
          </a:p>
          <a:p>
            <a:pPr marL="0" indent="0">
              <a:buNone/>
              <a:defRPr sz="1800"/>
            </a:pPr>
            <a:r>
              <a:rPr dirty="0"/>
              <a:t>• Delete → remove()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 err="1"/>
              <a:t>fruits.append</a:t>
            </a:r>
            <a:r>
              <a:rPr dirty="0"/>
              <a:t>('orange')</a:t>
            </a:r>
          </a:p>
          <a:p>
            <a:pPr marL="0" indent="0">
              <a:buNone/>
              <a:defRPr sz="1800"/>
            </a:pPr>
            <a:r>
              <a:rPr dirty="0"/>
              <a:t>print(fruits[0])</a:t>
            </a:r>
          </a:p>
          <a:p>
            <a:pPr marL="0" indent="0">
              <a:buNone/>
              <a:defRPr sz="1800"/>
            </a:pPr>
            <a:r>
              <a:rPr dirty="0"/>
              <a:t>fruits[1] = 'grapes'</a:t>
            </a:r>
          </a:p>
          <a:p>
            <a:pPr marL="0" indent="0">
              <a:buNone/>
              <a:defRPr sz="1800"/>
            </a:pPr>
            <a:r>
              <a:rPr dirty="0" err="1"/>
              <a:t>fruits.remove</a:t>
            </a:r>
            <a:r>
              <a:rPr dirty="0"/>
              <a:t>('mango')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Advantages and Disadvantages of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694026" cy="4087810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Advantages:</a:t>
            </a:r>
          </a:p>
          <a:p>
            <a:pPr marL="0" indent="0">
              <a:buNone/>
              <a:defRPr sz="1800"/>
            </a:pPr>
            <a:r>
              <a:rPr dirty="0"/>
              <a:t>• Easy to use</a:t>
            </a:r>
          </a:p>
          <a:p>
            <a:pPr marL="0" indent="0">
              <a:buNone/>
              <a:defRPr sz="1800"/>
            </a:pPr>
            <a:r>
              <a:rPr dirty="0"/>
              <a:t>• Mutable and flexible</a:t>
            </a:r>
          </a:p>
          <a:p>
            <a:pPr marL="0" indent="0">
              <a:buNone/>
              <a:defRPr sz="1800"/>
            </a:pPr>
            <a:r>
              <a:rPr dirty="0"/>
              <a:t>• Supports indexing and slicing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Disadvantages:</a:t>
            </a:r>
          </a:p>
          <a:p>
            <a:pPr marL="0" indent="0">
              <a:buNone/>
              <a:defRPr sz="1800"/>
            </a:pPr>
            <a:r>
              <a:rPr dirty="0"/>
              <a:t>• Uses more memory</a:t>
            </a:r>
          </a:p>
          <a:p>
            <a:pPr marL="0" indent="0">
              <a:buNone/>
              <a:defRPr sz="1800"/>
            </a:pPr>
            <a:r>
              <a:rPr dirty="0"/>
              <a:t>• Slower compared to tuples</a:t>
            </a:r>
          </a:p>
          <a:p>
            <a:pPr marL="0" indent="0">
              <a:buNone/>
              <a:defRPr sz="1800"/>
            </a:pPr>
            <a:r>
              <a:rPr dirty="0"/>
              <a:t>• Duplicate values allowed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Tuple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A tuple is an ordered collection.</a:t>
            </a:r>
          </a:p>
          <a:p>
            <a:pPr marL="0" indent="0">
              <a:buNone/>
              <a:defRPr sz="1800"/>
            </a:pPr>
            <a:r>
              <a:rPr dirty="0"/>
              <a:t>• Tuples are immutable (cannot be changed).</a:t>
            </a:r>
          </a:p>
          <a:p>
            <a:pPr marL="0" indent="0">
              <a:buNone/>
              <a:defRPr sz="1800"/>
            </a:pPr>
            <a:r>
              <a:rPr dirty="0"/>
              <a:t>• Allows duplicate values.</a:t>
            </a:r>
          </a:p>
          <a:p>
            <a:pPr marL="0" indent="0">
              <a:buNone/>
              <a:defRPr sz="1800"/>
            </a:pPr>
            <a:r>
              <a:rPr dirty="0"/>
              <a:t>• Items are stored using parentheses ( ).</a:t>
            </a:r>
          </a:p>
          <a:p>
            <a:pPr marL="0" indent="0">
              <a:buNone/>
              <a:defRPr sz="1800"/>
            </a:pPr>
            <a:r>
              <a:rPr dirty="0"/>
              <a:t>• Faster than lists.</a:t>
            </a:r>
          </a:p>
          <a:p>
            <a:pPr marL="0" indent="0">
              <a:buNone/>
              <a:defRPr sz="1800"/>
            </a:pPr>
            <a:r>
              <a:rPr dirty="0"/>
              <a:t>• Example:</a:t>
            </a:r>
          </a:p>
          <a:p>
            <a:pPr marL="0" indent="0">
              <a:buNone/>
              <a:defRPr sz="1800"/>
            </a:pPr>
            <a:r>
              <a:rPr dirty="0"/>
              <a:t>   colors = ('red', 'green', 'blue')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Tuple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35558"/>
            <a:ext cx="7295910" cy="4228635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• Access → indexing</a:t>
            </a:r>
          </a:p>
          <a:p>
            <a:pPr marL="0" indent="0">
              <a:buNone/>
              <a:defRPr sz="1800"/>
            </a:pPr>
            <a:r>
              <a:rPr dirty="0"/>
              <a:t>• Update → not directly possible</a:t>
            </a:r>
          </a:p>
          <a:p>
            <a:pPr marL="0" indent="0">
              <a:buNone/>
              <a:defRPr sz="1800"/>
            </a:pPr>
            <a:r>
              <a:rPr dirty="0"/>
              <a:t>• Delete → not directly possible</a:t>
            </a:r>
          </a:p>
          <a:p>
            <a:pPr marL="0" indent="0">
              <a:buNone/>
              <a:defRPr sz="1800"/>
            </a:pPr>
            <a:r>
              <a:rPr dirty="0"/>
              <a:t>• Workaround → convert tuple into list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 err="1"/>
              <a:t>temp_list</a:t>
            </a:r>
            <a:r>
              <a:rPr dirty="0"/>
              <a:t> = list(colors)</a:t>
            </a:r>
          </a:p>
          <a:p>
            <a:pPr marL="0" indent="0">
              <a:buNone/>
              <a:defRPr sz="1800"/>
            </a:pPr>
            <a:r>
              <a:rPr dirty="0" err="1"/>
              <a:t>temp_list</a:t>
            </a:r>
            <a:r>
              <a:rPr dirty="0"/>
              <a:t>[1] = 'yellow'</a:t>
            </a:r>
          </a:p>
          <a:p>
            <a:pPr marL="0" indent="0">
              <a:buNone/>
              <a:defRPr sz="1800"/>
            </a:pPr>
            <a:r>
              <a:rPr dirty="0"/>
              <a:t>colors = tuple(</a:t>
            </a:r>
            <a:r>
              <a:rPr dirty="0" err="1"/>
              <a:t>temp_list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Advantages and Disadvantages of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Advantages:</a:t>
            </a:r>
          </a:p>
          <a:p>
            <a:pPr marL="0" indent="0">
              <a:buNone/>
              <a:defRPr sz="1800"/>
            </a:pPr>
            <a:r>
              <a:rPr dirty="0"/>
              <a:t>• Faster than lists</a:t>
            </a:r>
          </a:p>
          <a:p>
            <a:pPr marL="0" indent="0">
              <a:buNone/>
              <a:defRPr sz="1800"/>
            </a:pPr>
            <a:r>
              <a:rPr dirty="0"/>
              <a:t>• Data remains secure</a:t>
            </a:r>
          </a:p>
          <a:p>
            <a:pPr marL="0" indent="0">
              <a:buNone/>
              <a:defRPr sz="1800"/>
            </a:pPr>
            <a:r>
              <a:rPr dirty="0"/>
              <a:t>• Uses less memory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Disadvantages:</a:t>
            </a:r>
          </a:p>
          <a:p>
            <a:pPr marL="0" indent="0">
              <a:buNone/>
              <a:defRPr sz="1800"/>
            </a:pPr>
            <a:r>
              <a:rPr dirty="0"/>
              <a:t>• Cannot modify items directly</a:t>
            </a:r>
          </a:p>
          <a:p>
            <a:pPr marL="0" indent="0">
              <a:buNone/>
              <a:defRPr sz="1800"/>
            </a:pPr>
            <a:r>
              <a:rPr dirty="0"/>
              <a:t>• Less flexible than 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A set is an unordered collection.</a:t>
            </a:r>
          </a:p>
          <a:p>
            <a:pPr marL="0" indent="0">
              <a:buNone/>
              <a:defRPr sz="1800"/>
            </a:pPr>
            <a:r>
              <a:rPr dirty="0"/>
              <a:t>• Stores unique values only.</a:t>
            </a:r>
          </a:p>
          <a:p>
            <a:pPr marL="0" indent="0">
              <a:buNone/>
              <a:defRPr sz="1800"/>
            </a:pPr>
            <a:r>
              <a:rPr dirty="0"/>
              <a:t>• Duplicate values are automatically removed.</a:t>
            </a:r>
          </a:p>
          <a:p>
            <a:pPr marL="0" indent="0">
              <a:buNone/>
              <a:defRPr sz="1800"/>
            </a:pPr>
            <a:r>
              <a:rPr dirty="0"/>
              <a:t>• Uses curly brackets { }.</a:t>
            </a:r>
          </a:p>
          <a:p>
            <a:pPr marL="0" indent="0">
              <a:buNone/>
              <a:defRPr sz="1800"/>
            </a:pPr>
            <a:r>
              <a:rPr dirty="0"/>
              <a:t>• Does not support indexing.</a:t>
            </a:r>
          </a:p>
          <a:p>
            <a:pPr marL="0" indent="0">
              <a:buNone/>
              <a:defRPr sz="1800"/>
            </a:pPr>
            <a:r>
              <a:rPr dirty="0"/>
              <a:t>• Example:</a:t>
            </a:r>
          </a:p>
          <a:p>
            <a:pPr marL="0" indent="0">
              <a:buNone/>
              <a:defRPr sz="1800"/>
            </a:pPr>
            <a:r>
              <a:rPr dirty="0"/>
              <a:t>   A = {1, 2, 3}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• Insert → add()</a:t>
            </a:r>
          </a:p>
          <a:p>
            <a:pPr marL="0" indent="0">
              <a:buNone/>
              <a:defRPr sz="1800"/>
            </a:pPr>
            <a:r>
              <a:rPr dirty="0"/>
              <a:t>• Access → loop through items</a:t>
            </a:r>
          </a:p>
          <a:p>
            <a:pPr marL="0" indent="0">
              <a:buNone/>
              <a:defRPr sz="1800"/>
            </a:pPr>
            <a:r>
              <a:rPr dirty="0"/>
              <a:t>• Update → remove old value and add new value</a:t>
            </a:r>
          </a:p>
          <a:p>
            <a:pPr marL="0" indent="0">
              <a:buNone/>
              <a:defRPr sz="1800"/>
            </a:pPr>
            <a:r>
              <a:rPr dirty="0"/>
              <a:t>• Delete → remove()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 err="1"/>
              <a:t>A.add</a:t>
            </a:r>
            <a:r>
              <a:rPr dirty="0"/>
              <a:t>(4)</a:t>
            </a:r>
          </a:p>
          <a:p>
            <a:pPr marL="0" indent="0">
              <a:buNone/>
              <a:defRPr sz="1800"/>
            </a:pPr>
            <a:r>
              <a:rPr dirty="0" err="1"/>
              <a:t>A.remove</a:t>
            </a:r>
            <a:r>
              <a:rPr dirty="0"/>
              <a:t>(2)</a:t>
            </a:r>
          </a:p>
          <a:p>
            <a:pPr marL="0" indent="0">
              <a:buNone/>
              <a:defRPr sz="1800"/>
            </a:pPr>
            <a:r>
              <a:rPr dirty="0" err="1"/>
              <a:t>A.add</a:t>
            </a:r>
            <a:r>
              <a:rPr dirty="0"/>
              <a:t>(20)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Advantages and Disadvantages of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Advantages:</a:t>
            </a:r>
          </a:p>
          <a:p>
            <a:pPr marL="0" indent="0">
              <a:buNone/>
              <a:defRPr sz="1800"/>
            </a:pPr>
            <a:r>
              <a:rPr dirty="0"/>
              <a:t>• Removes duplicate values</a:t>
            </a:r>
          </a:p>
          <a:p>
            <a:pPr marL="0" indent="0">
              <a:buNone/>
              <a:defRPr sz="1800"/>
            </a:pPr>
            <a:r>
              <a:rPr dirty="0"/>
              <a:t>• Fast searching operations</a:t>
            </a:r>
          </a:p>
          <a:p>
            <a:pPr marL="0" indent="0">
              <a:buNone/>
              <a:defRPr sz="1800"/>
            </a:pPr>
            <a:r>
              <a:rPr dirty="0"/>
              <a:t>• Useful for mathematical operations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Disadvantages:</a:t>
            </a:r>
          </a:p>
          <a:p>
            <a:pPr marL="0" indent="0">
              <a:buNone/>
              <a:defRPr sz="1800"/>
            </a:pPr>
            <a:r>
              <a:rPr dirty="0"/>
              <a:t>• Unordered collection</a:t>
            </a:r>
          </a:p>
          <a:p>
            <a:pPr marL="0" indent="0">
              <a:buNone/>
              <a:defRPr sz="1800"/>
            </a:pPr>
            <a:r>
              <a:rPr dirty="0"/>
              <a:t>• No indexing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Dictionary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Dictionary stores data in key-value pairs.</a:t>
            </a:r>
          </a:p>
          <a:p>
            <a:pPr marL="0" indent="0">
              <a:buNone/>
              <a:defRPr sz="1800"/>
            </a:pPr>
            <a:r>
              <a:rPr dirty="0"/>
              <a:t>• Mutable data structure.</a:t>
            </a:r>
          </a:p>
          <a:p>
            <a:pPr marL="0" indent="0">
              <a:buNone/>
              <a:defRPr sz="1800"/>
            </a:pPr>
            <a:r>
              <a:rPr dirty="0"/>
              <a:t>• Keys must be unique.</a:t>
            </a:r>
          </a:p>
          <a:p>
            <a:pPr marL="0" indent="0">
              <a:buNone/>
              <a:defRPr sz="1800"/>
            </a:pPr>
            <a:r>
              <a:rPr dirty="0"/>
              <a:t>• Values can be duplicated.</a:t>
            </a:r>
          </a:p>
          <a:p>
            <a:pPr marL="0" indent="0">
              <a:buNone/>
              <a:defRPr sz="1800"/>
            </a:pPr>
            <a:r>
              <a:rPr dirty="0"/>
              <a:t>• Uses curly brackets { }.</a:t>
            </a:r>
          </a:p>
          <a:p>
            <a:pPr marL="0" indent="0">
              <a:buNone/>
              <a:defRPr sz="1800"/>
            </a:pPr>
            <a:r>
              <a:rPr dirty="0"/>
              <a:t>• Example:</a:t>
            </a:r>
          </a:p>
          <a:p>
            <a:pPr marL="0" indent="0">
              <a:buNone/>
              <a:defRPr sz="1800"/>
            </a:pPr>
            <a:r>
              <a:rPr dirty="0"/>
              <a:t>student = {'</a:t>
            </a:r>
            <a:r>
              <a:rPr dirty="0" err="1"/>
              <a:t>name':'Ali</a:t>
            </a:r>
            <a:r>
              <a:rPr dirty="0"/>
              <a:t>', 'age':20}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Dictionary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• Insert → add new key-value pair</a:t>
            </a:r>
          </a:p>
          <a:p>
            <a:pPr marL="0" indent="0">
              <a:buNone/>
              <a:defRPr sz="1800"/>
            </a:pPr>
            <a:r>
              <a:rPr dirty="0"/>
              <a:t>• Access → using keys</a:t>
            </a:r>
          </a:p>
          <a:p>
            <a:pPr marL="0" indent="0">
              <a:buNone/>
              <a:defRPr sz="1800"/>
            </a:pPr>
            <a:r>
              <a:rPr dirty="0"/>
              <a:t>• Update → modify value</a:t>
            </a:r>
          </a:p>
          <a:p>
            <a:pPr marL="0" indent="0">
              <a:buNone/>
              <a:defRPr sz="1800"/>
            </a:pPr>
            <a:r>
              <a:rPr dirty="0"/>
              <a:t>• Delete → del keyword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Example:</a:t>
            </a:r>
          </a:p>
          <a:p>
            <a:pPr marL="0" indent="0">
              <a:buNone/>
              <a:defRPr sz="1800"/>
            </a:pPr>
            <a:r>
              <a:rPr dirty="0"/>
              <a:t>student['city'] = 'Karachi'</a:t>
            </a:r>
          </a:p>
          <a:p>
            <a:pPr marL="0" indent="0">
              <a:buNone/>
              <a:defRPr sz="1800"/>
            </a:pPr>
            <a:r>
              <a:rPr dirty="0"/>
              <a:t>student['age'] = 21</a:t>
            </a:r>
          </a:p>
          <a:p>
            <a:pPr marL="0" indent="0">
              <a:buNone/>
              <a:defRPr sz="1800"/>
            </a:pPr>
            <a:r>
              <a:rPr dirty="0"/>
              <a:t>del student['grade']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Advantages and Disadvantages of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dirty="0"/>
              <a:t>Advantages:</a:t>
            </a:r>
          </a:p>
          <a:p>
            <a:pPr marL="0" indent="0">
              <a:buNone/>
              <a:defRPr sz="1800"/>
            </a:pPr>
            <a:r>
              <a:rPr dirty="0"/>
              <a:t>• Fast data access</a:t>
            </a:r>
          </a:p>
          <a:p>
            <a:pPr marL="0" indent="0">
              <a:buNone/>
              <a:defRPr sz="1800"/>
            </a:pPr>
            <a:r>
              <a:rPr dirty="0"/>
              <a:t>• Organized key-value storage</a:t>
            </a:r>
          </a:p>
          <a:p>
            <a:pPr marL="0" indent="0">
              <a:buNone/>
              <a:defRPr sz="1800"/>
            </a:pPr>
            <a:r>
              <a:rPr dirty="0"/>
              <a:t>• Easy to update data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Disadvantages:</a:t>
            </a:r>
          </a:p>
          <a:p>
            <a:pPr marL="0" indent="0">
              <a:buNone/>
              <a:defRPr sz="1800"/>
            </a:pPr>
            <a:r>
              <a:rPr dirty="0"/>
              <a:t>• Uses more memory</a:t>
            </a:r>
          </a:p>
          <a:p>
            <a:pPr marL="0" indent="0">
              <a:buNone/>
              <a:defRPr sz="1800"/>
            </a:pPr>
            <a:r>
              <a:rPr dirty="0"/>
              <a:t>• Keys must be unique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Comparison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70000"/>
            <a:ext cx="7620001" cy="54085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dirty="0"/>
              <a:t>List:</a:t>
            </a:r>
          </a:p>
          <a:p>
            <a:pPr marL="0" indent="0">
              <a:buNone/>
              <a:defRPr sz="1800"/>
            </a:pPr>
            <a:r>
              <a:rPr dirty="0"/>
              <a:t>• Ordered</a:t>
            </a:r>
          </a:p>
          <a:p>
            <a:pPr marL="0" indent="0">
              <a:buNone/>
              <a:defRPr sz="1800"/>
            </a:pPr>
            <a:r>
              <a:rPr dirty="0"/>
              <a:t>• Mutable</a:t>
            </a:r>
          </a:p>
          <a:p>
            <a:pPr marL="0" indent="0">
              <a:buNone/>
              <a:defRPr sz="1800"/>
            </a:pPr>
            <a:r>
              <a:rPr dirty="0"/>
              <a:t>• Duplicates allowed</a:t>
            </a:r>
          </a:p>
          <a:p>
            <a:pPr marL="0" indent="0">
              <a:buNone/>
              <a:defRPr sz="1800"/>
            </a:pPr>
            <a:r>
              <a:rPr dirty="0"/>
              <a:t>Tuple</a:t>
            </a:r>
          </a:p>
          <a:p>
            <a:pPr marL="0" indent="0">
              <a:buNone/>
              <a:defRPr sz="1800"/>
            </a:pPr>
            <a:r>
              <a:rPr dirty="0"/>
              <a:t>• Ordered</a:t>
            </a:r>
          </a:p>
          <a:p>
            <a:pPr marL="0" indent="0">
              <a:buNone/>
              <a:defRPr sz="1800"/>
            </a:pPr>
            <a:r>
              <a:rPr dirty="0"/>
              <a:t>• Immutable</a:t>
            </a:r>
          </a:p>
          <a:p>
            <a:pPr marL="0" indent="0">
              <a:buNone/>
              <a:defRPr sz="1800"/>
            </a:pPr>
            <a:r>
              <a:rPr dirty="0"/>
              <a:t>• Duplicates allowed</a:t>
            </a:r>
          </a:p>
          <a:p>
            <a:pPr marL="0" indent="0">
              <a:buNone/>
              <a:defRPr sz="1800"/>
            </a:pPr>
            <a:r>
              <a:rPr dirty="0"/>
              <a:t>Set:</a:t>
            </a:r>
          </a:p>
          <a:p>
            <a:pPr marL="0" indent="0">
              <a:buNone/>
              <a:defRPr sz="1800"/>
            </a:pPr>
            <a:r>
              <a:rPr dirty="0"/>
              <a:t>• Unordered</a:t>
            </a:r>
          </a:p>
          <a:p>
            <a:pPr marL="0" indent="0">
              <a:buNone/>
              <a:defRPr sz="1800"/>
            </a:pPr>
            <a:r>
              <a:rPr dirty="0"/>
              <a:t>• Unique values only</a:t>
            </a:r>
          </a:p>
          <a:p>
            <a:pPr marL="0" indent="0">
              <a:buNone/>
              <a:defRPr sz="1800"/>
            </a:pPr>
            <a:r>
              <a:rPr dirty="0"/>
              <a:t>Dictionary:</a:t>
            </a:r>
          </a:p>
          <a:p>
            <a:pPr marL="0" indent="0">
              <a:buNone/>
              <a:defRPr sz="1800"/>
            </a:pPr>
            <a:r>
              <a:rPr dirty="0"/>
              <a:t>• Key-value pairs</a:t>
            </a:r>
          </a:p>
          <a:p>
            <a:pPr marL="0" indent="0">
              <a:buNone/>
              <a:defRPr sz="1800"/>
            </a:pPr>
            <a:r>
              <a:rPr dirty="0"/>
              <a:t>• Mutable</a:t>
            </a:r>
          </a:p>
          <a:p>
            <a:pPr marL="0" indent="0">
              <a:buNone/>
              <a:defRPr sz="1800"/>
            </a:pPr>
            <a:r>
              <a:rPr dirty="0"/>
              <a:t>• Unique keys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Python provides powerful built-in data structures.</a:t>
            </a:r>
          </a:p>
          <a:p>
            <a:pPr marL="0" indent="0">
              <a:buNone/>
              <a:defRPr sz="1800"/>
            </a:pPr>
            <a:r>
              <a:rPr dirty="0"/>
              <a:t>• Lists are flexible and changeable.</a:t>
            </a:r>
          </a:p>
          <a:p>
            <a:pPr marL="0" indent="0">
              <a:buNone/>
              <a:defRPr sz="1800"/>
            </a:pPr>
            <a:r>
              <a:rPr dirty="0"/>
              <a:t>• Tuples provide fixed data storage.</a:t>
            </a:r>
          </a:p>
          <a:p>
            <a:pPr marL="0" indent="0">
              <a:buNone/>
              <a:defRPr sz="1800"/>
            </a:pPr>
            <a:r>
              <a:rPr dirty="0"/>
              <a:t>• Sets are useful for unique data.</a:t>
            </a:r>
          </a:p>
          <a:p>
            <a:pPr marL="0" indent="0">
              <a:buNone/>
              <a:defRPr sz="1800"/>
            </a:pPr>
            <a:r>
              <a:rPr dirty="0"/>
              <a:t>• Dictionaries organize data with keys and values.</a:t>
            </a:r>
          </a:p>
          <a:p>
            <a:pPr marL="0" indent="0">
              <a:buNone/>
              <a:defRPr sz="1800"/>
            </a:pPr>
            <a:r>
              <a:rPr dirty="0"/>
              <a:t>• Choosing the correct data structure improves program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690</Words>
  <Application>Microsoft Office PowerPoint</Application>
  <PresentationFormat>On-screen Show (4:3)</PresentationFormat>
  <Paragraphs>147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Data Structures in Python</vt:lpstr>
      <vt:lpstr>Introduction to Data Structures</vt:lpstr>
      <vt:lpstr>List in Python</vt:lpstr>
      <vt:lpstr>List Operations</vt:lpstr>
      <vt:lpstr>Advantages and Disadvantages of Lists</vt:lpstr>
      <vt:lpstr>Tuple in Python</vt:lpstr>
      <vt:lpstr>Tuple Operations</vt:lpstr>
      <vt:lpstr>Advantages and Disadvantages of Tuples</vt:lpstr>
      <vt:lpstr>Set in Python</vt:lpstr>
      <vt:lpstr>Set Operations</vt:lpstr>
      <vt:lpstr>Advantages and Disadvantages of Sets</vt:lpstr>
      <vt:lpstr>Dictionary in Python</vt:lpstr>
      <vt:lpstr>Dictionary Operations</vt:lpstr>
      <vt:lpstr>Advantages and Disadvantages of Dictionaries</vt:lpstr>
      <vt:lpstr>Comparison of Data Structures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Manal Asghar</dc:creator>
  <cp:keywords/>
  <dc:description>generated using python-pptx</dc:description>
  <cp:lastModifiedBy>Manal Atif</cp:lastModifiedBy>
  <cp:revision>2</cp:revision>
  <dcterms:created xsi:type="dcterms:W3CDTF">2013-01-27T09:14:16Z</dcterms:created>
  <dcterms:modified xsi:type="dcterms:W3CDTF">2026-05-18T10:57:47Z</dcterms:modified>
  <cp:category/>
</cp:coreProperties>
</file>