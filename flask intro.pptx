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1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07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81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6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3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2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2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7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0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07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1870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59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56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89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81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5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FEE98-5AB4-4F7E-A55D-8117A85B6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95180-F989-4578-A5F6-6ABDED2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787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Flask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4093346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Flask?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Flask is a lightweight and flexible web framework for Python.</a:t>
            </a:r>
          </a:p>
          <a:p>
            <a:r>
              <a:rPr lang="en-US" dirty="0"/>
              <a:t>It is designed to make web application development simple and efficient.</a:t>
            </a:r>
          </a:p>
          <a:p>
            <a:r>
              <a:rPr lang="en-US" dirty="0"/>
              <a:t>Developed by Armin </a:t>
            </a:r>
            <a:r>
              <a:rPr lang="en-US" dirty="0" err="1"/>
              <a:t>Ronacher</a:t>
            </a:r>
            <a:r>
              <a:rPr lang="en-US" dirty="0"/>
              <a:t> and first released in 2010.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24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Flask?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 for small to medium-sized web applications</a:t>
            </a:r>
          </a:p>
          <a:p>
            <a:r>
              <a:rPr lang="en-US" dirty="0"/>
              <a:t>Provides greater control over application components</a:t>
            </a:r>
          </a:p>
          <a:p>
            <a:r>
              <a:rPr lang="en-US" dirty="0"/>
              <a:t>Supports RESTful API development</a:t>
            </a:r>
          </a:p>
          <a:p>
            <a:r>
              <a:rPr lang="en-US" dirty="0"/>
              <a:t>Easy integration with databases and third-party libraries</a:t>
            </a:r>
          </a:p>
        </p:txBody>
      </p:sp>
    </p:spTree>
    <p:extLst>
      <p:ext uri="{BB962C8B-B14F-4D97-AF65-F5344CB8AC3E}">
        <p14:creationId xmlns:p14="http://schemas.microsoft.com/office/powerpoint/2010/main" val="425536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Steps:1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make a folder of Flask, then use these command type this command to make virtual environment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72" y="3015809"/>
            <a:ext cx="10631968" cy="380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09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Step:2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961" y="2224087"/>
            <a:ext cx="9590221" cy="444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46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Step:3(Activate environment)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</a:t>
            </a:r>
            <a:r>
              <a:rPr lang="en-US" dirty="0" err="1"/>
              <a:t>env</a:t>
            </a:r>
            <a:r>
              <a:rPr lang="en-US" dirty="0"/>
              <a:t> press tab it will execute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19" y="3128891"/>
            <a:ext cx="11061131" cy="169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7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flask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321" y="2154844"/>
            <a:ext cx="8505754" cy="449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63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new file with name app.py</a:t>
            </a:r>
          </a:p>
          <a:p>
            <a:r>
              <a:rPr lang="en-US" dirty="0"/>
              <a:t>App.py name is used in flask documentation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0816"/>
          <a:stretch/>
        </p:blipFill>
        <p:spPr>
          <a:xfrm>
            <a:off x="814589" y="3296176"/>
            <a:ext cx="4904936" cy="33124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793" y="3294970"/>
            <a:ext cx="5150372" cy="246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00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Multiple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2" y="2336873"/>
            <a:ext cx="4625970" cy="3599316"/>
          </a:xfrm>
        </p:spPr>
        <p:txBody>
          <a:bodyPr/>
          <a:lstStyle/>
          <a:p>
            <a:r>
              <a:rPr lang="en-US" dirty="0"/>
              <a:t>Do not use this for production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9492"/>
          <a:stretch/>
        </p:blipFill>
        <p:spPr>
          <a:xfrm>
            <a:off x="5527670" y="2097003"/>
            <a:ext cx="5569826" cy="464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7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848" y="2115201"/>
            <a:ext cx="9613861" cy="3599316"/>
          </a:xfrm>
        </p:spPr>
        <p:txBody>
          <a:bodyPr/>
          <a:lstStyle/>
          <a:p>
            <a:r>
              <a:rPr lang="en-US" dirty="0"/>
              <a:t>Add two directories for static and templates.</a:t>
            </a:r>
          </a:p>
          <a:p>
            <a:r>
              <a:rPr lang="en-US" dirty="0"/>
              <a:t>Now we can render index.html file in app.py</a:t>
            </a:r>
          </a:p>
          <a:p>
            <a:endParaRPr lang="en-US" dirty="0"/>
          </a:p>
          <a:p>
            <a:r>
              <a:rPr lang="en-US" dirty="0"/>
              <a:t>from flask import Flask , </a:t>
            </a:r>
            <a:r>
              <a:rPr lang="en-US" dirty="0" err="1"/>
              <a:t>render_template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6235"/>
          <a:stretch/>
        </p:blipFill>
        <p:spPr>
          <a:xfrm>
            <a:off x="6898503" y="3042438"/>
            <a:ext cx="4545352" cy="29531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15" y="4120623"/>
            <a:ext cx="5920930" cy="24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90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BC62-7501-1DF3-9D0B-20E20432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70F495-CE78-F3BD-6071-938088DE9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109" y="5485544"/>
            <a:ext cx="7819114" cy="93174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139455-1307-27D5-C06D-3C23D2AB45C8}"/>
              </a:ext>
            </a:extLst>
          </p:cNvPr>
          <p:cNvSpPr txBox="1"/>
          <p:nvPr/>
        </p:nvSpPr>
        <p:spPr>
          <a:xfrm>
            <a:off x="534990" y="2111791"/>
            <a:ext cx="9759192" cy="170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From flask _</a:t>
            </a:r>
            <a:r>
              <a:rPr lang="en-US" b="1" dirty="0" err="1"/>
              <a:t>sqlalchemy</a:t>
            </a:r>
            <a:r>
              <a:rPr lang="en-US" b="1" dirty="0"/>
              <a:t> import </a:t>
            </a:r>
            <a:r>
              <a:rPr lang="en-US" b="1" dirty="0" err="1"/>
              <a:t>sqlalchemy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 err="1"/>
              <a:t>SQLAlchemy</a:t>
            </a:r>
            <a:r>
              <a:rPr lang="en-US" dirty="0"/>
              <a:t> is a Python library used to interact with databases. It acts as an </a:t>
            </a:r>
            <a:r>
              <a:rPr lang="en-US" b="1" dirty="0"/>
              <a:t>ORM (Object Relational Mapper)</a:t>
            </a:r>
            <a:r>
              <a:rPr lang="en-US" dirty="0"/>
              <a:t>, allowing you to work with database tables using Python classes and objects instead of writing raw SQL queries.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A1180B-4498-1748-65C5-C471190A32BF}"/>
              </a:ext>
            </a:extLst>
          </p:cNvPr>
          <p:cNvSpPr txBox="1"/>
          <p:nvPr/>
        </p:nvSpPr>
        <p:spPr>
          <a:xfrm>
            <a:off x="534990" y="3857028"/>
            <a:ext cx="9516975" cy="1287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/>
              <a:t>SQLAlchemy</a:t>
            </a:r>
            <a:r>
              <a:rPr lang="en-US" dirty="0"/>
              <a:t> is a Python library used to interact with databases. It acts as an </a:t>
            </a:r>
            <a:r>
              <a:rPr lang="en-US" b="1" dirty="0"/>
              <a:t>ORM (Object Relational Mapper)</a:t>
            </a:r>
            <a:r>
              <a:rPr lang="en-US" dirty="0"/>
              <a:t>, allowing you to work with database tables using Python classes and objects instead of writing raw SQL queries.</a:t>
            </a:r>
          </a:p>
        </p:txBody>
      </p:sp>
    </p:spTree>
    <p:extLst>
      <p:ext uri="{BB962C8B-B14F-4D97-AF65-F5344CB8AC3E}">
        <p14:creationId xmlns:p14="http://schemas.microsoft.com/office/powerpoint/2010/main" val="313315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C211-E3DC-805F-87F0-66DC5FF4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B6D9C0-53DA-91DE-7634-D70A676FF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69" y="2283612"/>
            <a:ext cx="8776224" cy="420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8983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311</TotalTime>
  <Words>260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Trebuchet MS</vt:lpstr>
      <vt:lpstr>Berlin</vt:lpstr>
      <vt:lpstr>Introduction to Flask</vt:lpstr>
      <vt:lpstr>What is Flask?</vt:lpstr>
      <vt:lpstr>Why Use Flask?</vt:lpstr>
      <vt:lpstr>Steps:1</vt:lpstr>
      <vt:lpstr>Step:2</vt:lpstr>
      <vt:lpstr>Step:3(Activate environment)</vt:lpstr>
      <vt:lpstr>Install flask</vt:lpstr>
      <vt:lpstr>Make a File</vt:lpstr>
      <vt:lpstr>Make Multiple route</vt:lpstr>
      <vt:lpstr>Directories</vt:lpstr>
      <vt:lpstr>Database </vt:lpstr>
      <vt:lpstr>Database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smc</dc:creator>
  <cp:lastModifiedBy>Manal Atif</cp:lastModifiedBy>
  <cp:revision>15</cp:revision>
  <dcterms:created xsi:type="dcterms:W3CDTF">2026-06-03T06:38:46Z</dcterms:created>
  <dcterms:modified xsi:type="dcterms:W3CDTF">2026-06-08T11:53:33Z</dcterms:modified>
</cp:coreProperties>
</file>